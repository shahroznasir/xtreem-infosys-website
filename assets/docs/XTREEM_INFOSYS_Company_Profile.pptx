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990381" y="555955"/>
            <a:ext cx="1113739" cy="424282"/>
          </a:xfrm>
          <a:prstGeom prst="line">
            <a:avLst/>
          </a:prstGeom>
          <a:noFill/>
          <a:ln w="12700">
            <a:solidFill>
              <a:srgbClr val="2B3E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04120" y="555955"/>
            <a:ext cx="1113739" cy="742493"/>
          </a:xfrm>
          <a:prstGeom prst="line">
            <a:avLst/>
          </a:prstGeom>
          <a:noFill/>
          <a:ln w="12700">
            <a:solidFill>
              <a:srgbClr val="2B3E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9785909" y="555955"/>
            <a:ext cx="318211" cy="1272845"/>
          </a:xfrm>
          <a:prstGeom prst="line">
            <a:avLst/>
          </a:prstGeom>
          <a:noFill/>
          <a:ln w="12700">
            <a:solidFill>
              <a:srgbClr val="2B3E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5909" y="1828800"/>
            <a:ext cx="1060704" cy="742493"/>
          </a:xfrm>
          <a:prstGeom prst="line">
            <a:avLst/>
          </a:prstGeom>
          <a:noFill/>
          <a:ln w="12700">
            <a:solidFill>
              <a:srgbClr val="2B3E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9255557" y="1828800"/>
            <a:ext cx="530352" cy="928116"/>
          </a:xfrm>
          <a:prstGeom prst="line">
            <a:avLst/>
          </a:prstGeom>
          <a:noFill/>
          <a:ln w="12700">
            <a:solidFill>
              <a:srgbClr val="2B3E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44661" y="934517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0" y="510235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Shape 7"/>
          <p:cNvSpPr/>
          <p:nvPr/>
        </p:nvSpPr>
        <p:spPr>
          <a:xfrm>
            <a:off x="11172139" y="1252728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Shape 8"/>
          <p:cNvSpPr/>
          <p:nvPr/>
        </p:nvSpPr>
        <p:spPr>
          <a:xfrm>
            <a:off x="9740189" y="1783080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Shape 9"/>
          <p:cNvSpPr/>
          <p:nvPr/>
        </p:nvSpPr>
        <p:spPr>
          <a:xfrm>
            <a:off x="10800893" y="2525573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Shape 10"/>
          <p:cNvSpPr/>
          <p:nvPr/>
        </p:nvSpPr>
        <p:spPr>
          <a:xfrm>
            <a:off x="9209837" y="2711196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16916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PROFILE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2103120"/>
            <a:ext cx="9144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2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XTREEM</a:t>
            </a:r>
            <a:endParaRPr lang="en-US" sz="6200" dirty="0"/>
          </a:p>
        </p:txBody>
      </p:sp>
      <p:sp>
        <p:nvSpPr>
          <p:cNvPr id="15" name="Text 13"/>
          <p:cNvSpPr/>
          <p:nvPr/>
        </p:nvSpPr>
        <p:spPr>
          <a:xfrm>
            <a:off x="795528" y="2907792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spc="500" kern="0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INFOSYS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22960" y="3703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AE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Infrastructure  •  Facility Management  •  Networking Solutions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822960" y="60807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C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N-31, Abul Fazal Enclave, Jamia Nagar, New Delhi 110025   •   +91 88604 84613 / +91 96545 88656   •   xtreem.infosys@gmail.com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US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Xtreem Infosys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62636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8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in 2021 and headquartered in New Delhi, Xtreem Infosys is an IT infrastructure and facility management company serving enterprise and public-sector clients across Delhi NCR.</a:t>
            </a:r>
            <a:endParaRPr lang="en-US" sz="1400" dirty="0"/>
          </a:p>
          <a:p>
            <a:pPr algn="l" indent="0" marL="0">
              <a:lnSpc>
                <a:spcPct val="135000"/>
              </a:lnSpc>
              <a:buNone/>
            </a:pPr>
            <a:endParaRPr lang="en-US" sz="1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8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provide end-to-end maintenance contracts, IT facility management, and networking management, backed by security solutions and installation and warranty support for leading OEMs — helping organisations keep their IT operations reliable, secure, and running smoothly.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4434840"/>
            <a:ext cx="2148840" cy="420624"/>
          </a:xfrm>
          <a:prstGeom prst="roundRect">
            <a:avLst>
              <a:gd name="adj" fmla="val 50000"/>
            </a:avLst>
          </a:prstGeom>
          <a:solidFill>
            <a:srgbClr val="EFF2F8"/>
          </a:solidFill>
          <a:ln w="9525">
            <a:solidFill>
              <a:srgbClr val="DCE3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434840"/>
            <a:ext cx="2148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Maintenance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971800" y="4434840"/>
            <a:ext cx="1783080" cy="420624"/>
          </a:xfrm>
          <a:prstGeom prst="roundRect">
            <a:avLst>
              <a:gd name="adj" fmla="val 50000"/>
            </a:avLst>
          </a:prstGeom>
          <a:solidFill>
            <a:srgbClr val="EFF2F8"/>
          </a:solidFill>
          <a:ln w="9525">
            <a:solidFill>
              <a:srgbClr val="DCE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1800" y="4434840"/>
            <a:ext cx="1783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Management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5020056"/>
            <a:ext cx="1920240" cy="420624"/>
          </a:xfrm>
          <a:prstGeom prst="roundRect">
            <a:avLst>
              <a:gd name="adj" fmla="val 50000"/>
            </a:avLst>
          </a:prstGeom>
          <a:solidFill>
            <a:srgbClr val="EFF2F8"/>
          </a:solidFill>
          <a:ln w="9525">
            <a:solidFill>
              <a:srgbClr val="DCE3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020056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Management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0" y="5020056"/>
            <a:ext cx="1600200" cy="420624"/>
          </a:xfrm>
          <a:prstGeom prst="roundRect">
            <a:avLst>
              <a:gd name="adj" fmla="val 50000"/>
            </a:avLst>
          </a:prstGeom>
          <a:solidFill>
            <a:srgbClr val="EFF2F8"/>
          </a:solidFill>
          <a:ln w="9525">
            <a:solidFill>
              <a:srgbClr val="DCE3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5020056"/>
            <a:ext cx="1600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Support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60920" y="868680"/>
            <a:ext cx="208483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25400" dir="5400000">
              <a:srgbClr val="1B274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562088" y="1088136"/>
            <a:ext cx="493776" cy="493776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5" name="Image 0" descr="icons/calendarDay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1217" y="1157265"/>
            <a:ext cx="355519" cy="355519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562088" y="1783080"/>
            <a:ext cx="1682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2021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562088" y="2167128"/>
            <a:ext cx="1682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701784" y="868680"/>
            <a:ext cx="208483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25400" dir="5400000">
              <a:srgbClr val="1B2740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9902952" y="1088136"/>
            <a:ext cx="493776" cy="493776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0" name="Image 1" descr="icons/mapP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2081" y="1157265"/>
            <a:ext cx="355519" cy="355519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9902952" y="1783080"/>
            <a:ext cx="1682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Delhi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9902952" y="2167128"/>
            <a:ext cx="1682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Headquarters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7360920" y="2907792"/>
            <a:ext cx="208483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25400" dir="5400000">
              <a:srgbClr val="1B2740">
                <a:alpha val="16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562088" y="3127248"/>
            <a:ext cx="493776" cy="493776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5" name="Image 2" descr="icons/userRou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1217" y="3196377"/>
            <a:ext cx="355519" cy="355519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562088" y="3822192"/>
            <a:ext cx="1682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Asif</a:t>
            </a:r>
            <a:endParaRPr lang="en-US" sz="2000" dirty="0"/>
          </a:p>
        </p:txBody>
      </p:sp>
      <p:sp>
        <p:nvSpPr>
          <p:cNvPr id="27" name="Text 22"/>
          <p:cNvSpPr/>
          <p:nvPr/>
        </p:nvSpPr>
        <p:spPr>
          <a:xfrm>
            <a:off x="7562088" y="4206240"/>
            <a:ext cx="1682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9701784" y="2907792"/>
            <a:ext cx="208483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25400" dir="5400000">
              <a:srgbClr val="1B2740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9902952" y="3127248"/>
            <a:ext cx="493776" cy="493776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0" name="Image 3" descr="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2081" y="3196377"/>
            <a:ext cx="355519" cy="355519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902952" y="3822192"/>
            <a:ext cx="1682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8+</a:t>
            </a:r>
            <a:endParaRPr lang="en-US" sz="2000" dirty="0"/>
          </a:p>
        </p:txBody>
      </p:sp>
      <p:sp>
        <p:nvSpPr>
          <p:cNvPr id="32" name="Text 26"/>
          <p:cNvSpPr/>
          <p:nvPr/>
        </p:nvSpPr>
        <p:spPr>
          <a:xfrm>
            <a:off x="9902952" y="4206240"/>
            <a:ext cx="1682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Clients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XTREEM INFOSYS  •  COMPANY PROFILE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Services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5" name="Image 0" descr="icons/settings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450" y="1908170"/>
            <a:ext cx="408188" cy="4081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828800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Infrastructure Maintenance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4766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8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AMC support to keep hardware and systems running smoothly.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74320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9" name="Image 1" descr="icons/buildin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450" y="2822570"/>
            <a:ext cx="408188" cy="4081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743200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Facility Management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074920" y="2743200"/>
            <a:ext cx="64766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8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facility management for day-to-day IT operations.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65760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3" name="Image 2" descr="icons/netwo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450" y="3736970"/>
            <a:ext cx="408188" cy="4081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657600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Management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5074920" y="3657600"/>
            <a:ext cx="64766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8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deployment, and management of enterprise networks.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457200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7" name="Image 3" descr="icons/shield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450" y="4651370"/>
            <a:ext cx="408188" cy="4081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4572000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Solutions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5074920" y="4572000"/>
            <a:ext cx="64766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8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 protection and endpoint security to safeguard your systems.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40080" y="548640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1" name="Image 4" descr="icons/wrenc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450" y="5565770"/>
            <a:ext cx="408188" cy="40818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17320" y="5486400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&amp; Warranty Support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5074920" y="5486400"/>
            <a:ext cx="64766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8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plus warranty and post-warranty support across OEM brands.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XTREEM INFOSYS  •  COMPANY PROFILE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COVERAGE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Infrastructure We Maintain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8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maintenance and support across core enterprise hardware categories.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1874520" cy="283464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25400" dir="5400000">
              <a:srgbClr val="1B274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65860" y="3291840"/>
            <a:ext cx="822960" cy="82296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7" name="Image 0" descr="icons/lap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1074" y="3407054"/>
            <a:ext cx="592531" cy="59253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448056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899334" y="2788920"/>
            <a:ext cx="1874520" cy="283464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25400" dir="5400000">
              <a:srgbClr val="1B274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25114" y="3291840"/>
            <a:ext cx="822960" cy="82296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1" name="Image 1" descr="icons/compu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0328" y="3407054"/>
            <a:ext cx="592531" cy="59253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99334" y="448056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5158588" y="2788920"/>
            <a:ext cx="1874520" cy="283464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25400" dir="5400000">
              <a:srgbClr val="1B2740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684368" y="3291840"/>
            <a:ext cx="822960" cy="82296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5" name="Image 2" descr="icons/monit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9582" y="3407054"/>
            <a:ext cx="592531" cy="59253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58588" y="448056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7417841" y="2788920"/>
            <a:ext cx="1874520" cy="283464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25400" dir="5400000">
              <a:srgbClr val="1B2740">
                <a:alpha val="16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943621" y="3291840"/>
            <a:ext cx="822960" cy="82296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9" name="Image 3" descr="icons/tabl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8836" y="3407054"/>
            <a:ext cx="592531" cy="59253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417841" y="448056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9677095" y="2788920"/>
            <a:ext cx="1874520" cy="283464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25400" dir="5400000">
              <a:srgbClr val="1B2740">
                <a:alpha val="16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10202875" y="3291840"/>
            <a:ext cx="822960" cy="82296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3" name="Image 4" descr="icons/projecto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8090" y="3407054"/>
            <a:ext cx="592531" cy="59253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677095" y="448056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Projector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XTREEM INFOSYS  •  COMPANY PROFILE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CLIENTS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Trusted By Leading Organisations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2522144" cy="14630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9525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25400" dir="5400000">
              <a:srgbClr val="1B274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2240280"/>
            <a:ext cx="2192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Greenlam Industries Limited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436544" y="2240280"/>
            <a:ext cx="2522144" cy="14630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9525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25400" dir="5400000">
              <a:srgbClr val="1B274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01136" y="2240280"/>
            <a:ext cx="2192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RattanIndia Power Pvt. Ltd.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33008" y="2240280"/>
            <a:ext cx="2522144" cy="14630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9525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25400" dir="5400000">
              <a:srgbClr val="1B274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97600" y="2240280"/>
            <a:ext cx="2192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Neosky Pvt. Ltd.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029471" y="2240280"/>
            <a:ext cx="2522144" cy="14630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9525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25400" dir="5400000">
              <a:srgbClr val="1B274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94063" y="2240280"/>
            <a:ext cx="2192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Neotech Pvt. Ltd.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2522144" cy="14630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9525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25400" dir="5400000">
              <a:srgbClr val="1B274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4672" y="3977640"/>
            <a:ext cx="2192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Sysnet Global Technologies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436544" y="3977640"/>
            <a:ext cx="2522144" cy="14630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9525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25400" dir="5400000">
              <a:srgbClr val="1B274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01136" y="3977640"/>
            <a:ext cx="2192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for Development of Telematics (C-DOT)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33008" y="3977640"/>
            <a:ext cx="2522144" cy="14630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9525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25400" dir="5400000">
              <a:srgbClr val="1B274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97600" y="3977640"/>
            <a:ext cx="2192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Concentrix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029471" y="3977640"/>
            <a:ext cx="2522144" cy="14630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9525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25400" dir="5400000">
              <a:srgbClr val="1B2740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94063" y="3977640"/>
            <a:ext cx="2192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NIEPA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XTREEM INFOSYS  •  COMPANY PROFILE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DETAILS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&amp; Registration Details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23818" cy="4160520"/>
          </a:xfrm>
          <a:prstGeom prst="roundRect">
            <a:avLst>
              <a:gd name="adj" fmla="val 2137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25400" dir="5400000">
              <a:srgbClr val="1B274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6" name="Image 0" descr="icons/building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6089" y="2129089"/>
            <a:ext cx="368686" cy="3686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679192"/>
            <a:ext cx="28751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Identity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200400"/>
            <a:ext cx="287517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8B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NAME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14400" y="3401568"/>
            <a:ext cx="287517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Xtreem Infosys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14400" y="4069080"/>
            <a:ext cx="287517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8B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NAME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914400" y="4270248"/>
            <a:ext cx="287517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Asif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14400" y="4937760"/>
            <a:ext cx="287517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8B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INCORPORATED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914400" y="5138928"/>
            <a:ext cx="287517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24-09-2021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383938" y="1783080"/>
            <a:ext cx="3423818" cy="4160520"/>
          </a:xfrm>
          <a:prstGeom prst="roundRect">
            <a:avLst>
              <a:gd name="adj" fmla="val 2137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25400" dir="5400000">
              <a:srgbClr val="1B2740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58258" y="2057400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6" name="Image 1" descr="icons/mapP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9947" y="2129089"/>
            <a:ext cx="368686" cy="36868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658258" y="2679192"/>
            <a:ext cx="28751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Address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658258" y="3200400"/>
            <a:ext cx="287517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8B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4658258" y="3401568"/>
            <a:ext cx="287517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N-31, Abul Fazal Enclave, Jamia Nagar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4658258" y="4069080"/>
            <a:ext cx="287517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8B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/ DISTRICT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4658258" y="4270248"/>
            <a:ext cx="287517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/ South Delhi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4658258" y="4937760"/>
            <a:ext cx="287517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8B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&amp; PIN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4658258" y="5138928"/>
            <a:ext cx="287517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– 110025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8127797" y="1783080"/>
            <a:ext cx="3423818" cy="4160520"/>
          </a:xfrm>
          <a:prstGeom prst="roundRect">
            <a:avLst>
              <a:gd name="adj" fmla="val 2137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25400" dir="5400000">
              <a:srgbClr val="1B2740">
                <a:alpha val="16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8402117" y="2057400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6" name="Image 2" descr="icons/userRou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806" y="2129089"/>
            <a:ext cx="368686" cy="36868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402117" y="2679192"/>
            <a:ext cx="28751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Contact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8402117" y="3200400"/>
            <a:ext cx="287517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8B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PERSON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8402117" y="3401568"/>
            <a:ext cx="287517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Asif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8402117" y="4069080"/>
            <a:ext cx="287517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8B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DESIGNATION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8402117" y="4270248"/>
            <a:ext cx="287517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250" dirty="0"/>
          </a:p>
        </p:txBody>
      </p:sp>
      <p:sp>
        <p:nvSpPr>
          <p:cNvPr id="32" name="Text 27"/>
          <p:cNvSpPr/>
          <p:nvPr/>
        </p:nvSpPr>
        <p:spPr>
          <a:xfrm>
            <a:off x="8402117" y="4937760"/>
            <a:ext cx="287517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8B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8402117" y="5138928"/>
            <a:ext cx="287517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xtreem.infosys@gmail.com</a:t>
            </a:r>
            <a:endParaRPr lang="en-US" sz="1250" dirty="0"/>
          </a:p>
        </p:txBody>
      </p:sp>
      <p:sp>
        <p:nvSpPr>
          <p:cNvPr id="34" name="Text 29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XTREEM INFOSYS  •  COMPANY PROFILE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Statutory &amp; Banking Details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72888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25400" dir="5400000">
              <a:srgbClr val="1B274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0312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6" name="Image 0" descr="icons/file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21799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770632"/>
            <a:ext cx="4632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Registration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3383280"/>
            <a:ext cx="463280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8B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NUMBER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60120" y="3584448"/>
            <a:ext cx="463280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07BVIPA7562H1ZI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60120" y="4206240"/>
            <a:ext cx="463280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8B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 NUMBER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960120" y="4407408"/>
            <a:ext cx="463280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BVIPA7562H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278728" y="1783080"/>
            <a:ext cx="5272888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25400" dir="5400000">
              <a:srgbClr val="1B274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98768" y="210312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4" name="Image 1" descr="icons/land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577" y="2179930"/>
            <a:ext cx="395021" cy="39502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598768" y="2770632"/>
            <a:ext cx="4632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Details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598768" y="3337560"/>
            <a:ext cx="463280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8B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NAME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598768" y="3538728"/>
            <a:ext cx="463280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of Baroda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598768" y="3931920"/>
            <a:ext cx="463280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8B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NUMBER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6598768" y="4133088"/>
            <a:ext cx="463280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62250200001410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598768" y="4526280"/>
            <a:ext cx="463280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8B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6598768" y="4727448"/>
            <a:ext cx="463280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Jasola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6598768" y="5120640"/>
            <a:ext cx="463280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8B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IFSC CODE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6598768" y="5321808"/>
            <a:ext cx="463280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BARB0VJJASO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XTREEM INFOSYS  •  COMPANY PROFILE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990381" y="555955"/>
            <a:ext cx="1113739" cy="424282"/>
          </a:xfrm>
          <a:prstGeom prst="line">
            <a:avLst/>
          </a:prstGeom>
          <a:noFill/>
          <a:ln w="12700">
            <a:solidFill>
              <a:srgbClr val="2B3E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04120" y="555955"/>
            <a:ext cx="1113739" cy="742493"/>
          </a:xfrm>
          <a:prstGeom prst="line">
            <a:avLst/>
          </a:prstGeom>
          <a:noFill/>
          <a:ln w="12700">
            <a:solidFill>
              <a:srgbClr val="2B3E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9785909" y="555955"/>
            <a:ext cx="318211" cy="1272845"/>
          </a:xfrm>
          <a:prstGeom prst="line">
            <a:avLst/>
          </a:prstGeom>
          <a:noFill/>
          <a:ln w="12700">
            <a:solidFill>
              <a:srgbClr val="2B3E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5909" y="1828800"/>
            <a:ext cx="1060704" cy="742493"/>
          </a:xfrm>
          <a:prstGeom prst="line">
            <a:avLst/>
          </a:prstGeom>
          <a:noFill/>
          <a:ln w="12700">
            <a:solidFill>
              <a:srgbClr val="2B3E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9255557" y="1828800"/>
            <a:ext cx="530352" cy="928116"/>
          </a:xfrm>
          <a:prstGeom prst="line">
            <a:avLst/>
          </a:prstGeom>
          <a:noFill/>
          <a:ln w="12700">
            <a:solidFill>
              <a:srgbClr val="2B3E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44661" y="934517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0" y="510235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Shape 7"/>
          <p:cNvSpPr/>
          <p:nvPr/>
        </p:nvSpPr>
        <p:spPr>
          <a:xfrm>
            <a:off x="11172139" y="1252728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Shape 8"/>
          <p:cNvSpPr/>
          <p:nvPr/>
        </p:nvSpPr>
        <p:spPr>
          <a:xfrm>
            <a:off x="9740189" y="1783080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Shape 9"/>
          <p:cNvSpPr/>
          <p:nvPr/>
        </p:nvSpPr>
        <p:spPr>
          <a:xfrm>
            <a:off x="10800893" y="2525573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Shape 10"/>
          <p:cNvSpPr/>
          <p:nvPr/>
        </p:nvSpPr>
        <p:spPr>
          <a:xfrm>
            <a:off x="9209837" y="2711196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" y="233172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822960" y="3246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E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look forward to partnering with you.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2960" y="60807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C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N-31, Abul Fazal Enclave, Jamia Nagar, New Delhi 110025   •   +91 88604 84613 / +91 96545 88656   •   xtreem.infosys@gmail.com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2026-08-26T18:14:24Z</dcterms:created>
  <dcterms:modified xsi:type="dcterms:W3CDTF">2026-08-26T18:14:24Z</dcterms:modified>
</cp:coreProperties>
</file>